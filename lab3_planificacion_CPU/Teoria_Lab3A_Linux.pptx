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caso NovaTech del laboratorio: 'el servidor se está incendiando'. Objetivo: el estudiante debe poder explicar cómo Linux planifica y cómo manipular prioridades en tiempo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la estructura. Recordar que esta clase es TEORÍA PREVIA; el trabajo práctico está en el documento del laboratorio.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Concepto base: la CPU se reparte porque hay más procesos que núcleos. El planificador de corto plazo decide constantemente.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espera y retorno: son las dos que se usan en la Parte B. Preguntar a la clase ejemplos de cada criterio.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laboratorio 3A toca el planificador de CORTO plazo. El largo plazo casi no existe en Linux (admisión inmediata).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Punto conceptual clave: NI lo pide el usuario, PRI lo calcula el kernel. Usar la analogía: NI es una 'sugerencia de actitud', PRI es la 'decisión final'.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ambos comandos en vivo si es posible. Hacer notar que nice lanza nuevo proceso; renice modifica uno ya corriendo.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 pensar: ¿qué pasaría si un malware usa nice -20 y chrt FIFO sin control? → monopoliza CPU (DoS). Por eso los syscalls relevantes requieren CAP_SYS_NICE.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mayoría de procesos usa SCHED_OTHER (CFS). Explicar que FIFO/RR son para sistemas de tiempo real y por eso están restringidos.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el lab, chrt -f -p 10 sin sudo falla. Preparar el nudge: '¿qué comando privilegiado usaste en el Lab 2?' → sudo.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CFS = 'fair': elige el de menor vruntime. NI acelera/desacelera el vruntime. Esa es la razón de que PRI mostrado por ps fluctúe.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Afinidad = conjunto de CPU permitidas. Ventajas: localidad de caché y aislamiento de procesos críticos.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Tabla de referencia rápida; útil tenerla abierta durante el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consejos de seguridad del lab: solo matar procesos propios. Entregable: evidencias + cuestionario. Nombre Apellido_Nombre_Lab3A.pdf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2194560" cy="1016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Laboratorio 3A: Planificación Real en Linux</a:t>
            </a:r>
          </a:p>
          <a:p>
            <a:pPr>
              <a:spcBef>
                <a:spcPts val="1000"/>
              </a:spcBef>
            </a:pPr>
            <a:r>
              <a:rPr sz="2000">
                <a:solidFill>
                  <a:srgbClr val="ECF3F9"/>
                </a:solidFill>
              </a:rPr>
              <a:t>Teoría previa · nice, renice, chrt, taskset y prioridades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CF3F9"/>
                </a:solidFill>
              </a:rPr>
              <a:t>Sistemas Operativos (0689) · Grupo 1SF134 · Isacio Manuel Tamayo Rodríguez</a:t>
            </a:r>
          </a:p>
          <a:p>
            <a:r>
              <a:rPr sz="1200">
                <a:solidFill>
                  <a:srgbClr val="8A8A8A"/>
                </a:solidFill>
              </a:rPr>
              <a:t>Antes de abrir tu VM, entiende cómo Linux decide quién usa la CPU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¿Qué es la planificación de la CPU?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Criterios y tipos de planificador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Niceness y prioridad real (NI vs PRI)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nice y renice: cambiar prioridad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La regla de permisos y por qué existe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Políticas de planificación: SCHED_OTHER, SCHED_FIFO, SCHED_RR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chrt y taskset: política y afinidad de CPU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CFS: cómo decide realmente Linux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¿Qué es la planificación de CPU?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120640" cy="283464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1F3A5F"/>
                </a:solidFill>
              </a:rPr>
              <a:t>La CPU es el recurso más valioso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En cualquier instante hay más procesos dispuestos a ejecutarse que núcleos disponibles. El sistema operativo debe decidir QUIÉN ocupa la CPU y POR CUÁNTO TIEMPO.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283464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1F3A5F"/>
                </a:solidFill>
              </a:rPr>
              <a:t>El planificador (CPU scheduler)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Componente del kernel que selecciona el siguiente proceso de la cola de listos (ready queue) y le asigna el procesador. Linux usa CFS (Completely Fair Scheduler) por defecto.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10515600" cy="155448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1F3A5F"/>
                </a:solidFill>
              </a:rPr>
              <a:t>Flujo de decisión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Nuevos procesos → Cola de listos → El planificador elige el siguiente según la política → El proceso se ejecuta → Al terminar vuelve a cola o se bloquea.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Criterios de planificación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</a:rPr>
              <a:t>▪  Utilización de la CPU (CPU utilization): mantener la CPU ocupada al máximo.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</a:rPr>
              <a:t>▪  Rendimiento (throughput): número de procesos completados por unidad de tiempo.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</a:rPr>
              <a:t>▪  Tiempo de retorno (turnaround): desde que el proceso llega hasta que termina.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</a:rPr>
              <a:t>▪  Tiempo de espera (waiting): tiempo total que el proceso pasa en la cola de listos.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</a:rPr>
              <a:t>▪  Tiempo de respuesta (response): tiempo desde la llegada hasta la primera respuesta.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16A085"/>
                </a:solidFill>
              </a:rPr>
              <a:t>▪  Un buen planificador equilibra estos criterios; normalmente no puede optimizar todos a la vez.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46320"/>
            <a:ext cx="10515600" cy="137160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1F3A5F"/>
                </a:solidFill>
              </a:rPr>
              <a:t>Para el laboratorio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Vas a observar las prioridades reales de procesos y manipularlas. En 3B compararás algoritmos usando estas métricas.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Tipos de planificador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383280" cy="329184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1F3A5F"/>
                </a:solidFill>
              </a:rPr>
              <a:t>Largo plazo (job)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Decide qué procesos se admiten al sistema. Controla el grado de multiprogramación. Poco frecuente en Linux.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54480"/>
            <a:ext cx="3383280" cy="329184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1F3A5F"/>
                </a:solidFill>
              </a:rPr>
              <a:t>Medio plazo (swapping)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Decide suspender o reanudar procesos para liberar memoria (swap in/out).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554480"/>
            <a:ext cx="3383280" cy="329184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1F3A5F"/>
                </a:solidFill>
              </a:rPr>
              <a:t>Corto plazo (CPU)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Elige el siguiente proceso que usará la CPU. Se invoca constantemente. Es el que estudiaremos en el laboratorio.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▪  Frecuencia: corto plazo se ejecuta cada ~milisegundos; largo plazo, por segundos o minutos.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Niceness (NI) y Prioridad real (PRI)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120640" cy="274320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F09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1F3A5F"/>
                </a:solidFill>
              </a:rPr>
              <a:t>NI — Niceness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Valor de -20 a +19 que el USUARIO puede sugerir. </a:t>
            </a:r>
            <a:br/>
            <a:r>
              <a:t>-20 → alta prioridad (muy 'antipático', acapara CPU) </a:t>
            </a:r>
            <a:br/>
            <a:r>
              <a:t>+19 → baja prioridad (muy 'amable', cede la CPU). </a:t>
            </a:r>
            <a:br/>
            <a:r>
              <a:t>Un proceso normal inicia con NI =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274320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F09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1F3A5F"/>
                </a:solidFill>
              </a:rPr>
              <a:t>PRI — Prioridad real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Valor que el KERNEL calcula y realmente usa. Depende de NI y de otros factores (historial de uso, interacción, etc.). Un usuario pide con NI; el kernel decide con PRI.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F3A5F"/>
                </a:solidFill>
                <a:latin typeface="Consolas"/>
              </a:rPr>
              <a:t>Ver con:  ps -eo pid,ni,pri,cmd | grep sha256sum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</a:rPr>
              <a:t>▪  Cuanto menor es NI, más 'urgente' se pide que sea el proceso. Linux lo traduce a más tiempo de CPU mediante CFS.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nice y renice: cambiar prioridad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/>
            <a:r>
              <a:rPr sz="1600">
                <a:solidFill>
                  <a:srgbClr val="FFFFFF"/>
                </a:solidFill>
                <a:latin typeface="Consolas"/>
              </a:rPr>
              <a:t>nice -n 10 sha256sum /dev/urandom &gt; /dev/null &amp;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ECF3F9"/>
                </a:solidFill>
              </a:rPr>
              <a:t>Lanza un proceso NUEVO con niceness 10 (baja prioridad).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051560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/>
            <a:r>
              <a:rPr sz="1600">
                <a:solidFill>
                  <a:srgbClr val="FFFFFF"/>
                </a:solidFill>
                <a:latin typeface="Consolas"/>
              </a:rPr>
              <a:t>renice -n -5 -p &lt;PID&gt;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ECF3F9"/>
                </a:solidFill>
              </a:rPr>
              <a:t>Cambia la prioridad de un proceso YA en ejecución (sube de prioridad si NI &lt; 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</a:rPr>
              <a:t>▪  Un usuario NORMAL puede bajar su prioridad (aumentar NI) sin restricciones.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C0392B"/>
                </a:solidFill>
              </a:rPr>
              <a:t>▪  Subir la prioridad (NI por debajo de 0) requiere privilegios (sudo).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</a:rPr>
              <a:t>▪  Renice negativo devuelve 'Permission denied' sin sudo. Lo verás en el laboratorio.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¿Por qué la regla de permisos?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Si cualquiera pudiera autoasignarse NI = -20, todos lo harían y nadie tendría ventaja real.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Peor aún: un proceso malicioso podría acaparar la CPU de forma indefinida → síndrome del 'proceso hambriento' en el resto.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Por seguridad y equidad, el kernel restringe las operaciones privilegiadas: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</a:rPr>
              <a:t>▪    • Subir prioridad (bajar NI &lt; 0)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</a:rPr>
              <a:t>▪    • Cambiar a políticas de tiempo real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</a:rPr>
              <a:t>▪    • Fijar afinidad de CPU en entornos restringidos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120640"/>
            <a:ext cx="10515600" cy="118872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1F3A5F"/>
                </a:solidFill>
              </a:rPr>
              <a:t>Paralelo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Un SO multiusuario limita la prioridad para que ningún proceso/grupo pueda monopolizar el procesador: es un mecanismo de aislamiento y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Políticas de planificación (Linux)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120640" cy="402336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F09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1F3A5F"/>
                </a:solidFill>
              </a:rPr>
              <a:t>Normal / uso general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SCHED_OTHER (a.k.a SCHED_NORMAL): la política por defecto, usada por ~todos los procesos. Planificada por CFS con prioridad 0.</a:t>
            </a:r>
            <a:br/>
            <a:br/>
            <a:r>
              <a:t>SCHED_BATCH: para tareas por lotes, menos conmutación.</a:t>
            </a:r>
            <a:br/>
            <a:br/>
            <a:r>
              <a:t>SCHED_IDLE: solo cuando la CPU está ociosa.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120640" cy="402336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F09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1F3A5F"/>
                </a:solidFill>
              </a:rPr>
              <a:t>Tiempo real (privilegiada)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SCHED_FIFO: enorme prioridad, sin interrupción por tiempo (puede bloquear el sistema si se traba).</a:t>
            </a:r>
            <a:br/>
            <a:br/>
            <a:r>
              <a:t>SCHED_RR: FIFO pero con quantum y rotación entre procesos de tiempo real.</a:t>
            </a:r>
            <a:br/>
            <a:br/>
            <a:r>
              <a:t>Solo accesibles con privilegios elevados.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▪  chrt -p &lt;PID&gt; muestra la política actual. Lo esperado es SCHED_OTHER.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chrt: consultar y cambiar política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/>
            <a:r>
              <a:rPr sz="1600">
                <a:solidFill>
                  <a:srgbClr val="FFFFFF"/>
                </a:solidFill>
                <a:latin typeface="Consolas"/>
              </a:rPr>
              <a:t>chrt -p &lt;PID&gt;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ECF3F9"/>
                </a:solidFill>
              </a:rPr>
              <a:t>Muestra la política y prioridad actual del proceso (normalmente SCHED_OTHER).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051560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/>
            <a:r>
              <a:rPr sz="1600">
                <a:solidFill>
                  <a:srgbClr val="FFFFFF"/>
                </a:solidFill>
                <a:latin typeface="Consolas"/>
              </a:rPr>
              <a:t>chrt -f -p 10 &lt;PID&gt;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ECF3F9"/>
                </a:solidFill>
              </a:rPr>
              <a:t>Intenta cambiar a SCHED_FIFO con prioridad 10 → sin sudo fallará por permisos.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Políticas de tiempo real &gt; cualquier proceso normal, siempre.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Un proceso FIFO en loop infinito deja sin CPU a todo lo demás → por eso el kernel restringe su uso.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En el laboratorio verás el mismo error de permisos que con renice; el motivo es el mismo: operación privilegiada.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CFS — ¿Cómo decide Linux de verdad?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CFS (Completely Fair Scheduler) es el planificador de SCHED_NORMAL desde Linux 2.6.23.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Cada proceso tiene un virtual runtime (vruntime): cuánto le 'toca' ejecutarse.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1">
                <a:solidFill>
                  <a:srgbClr val="16A085"/>
                </a:solidFill>
              </a:rPr>
              <a:t>▪  CFS elige siempre el proceso con MENOR vruntime → todos avanzan de forma 'justa' a lo largo del tiempo.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El niceness ajusta la 'velocidad' a la que crece el vruntime: prioridad alta crece lento, prioridad baja crece rápido.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06240"/>
            <a:ext cx="10515600" cy="182880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1F3A5F"/>
                </a:solidFill>
              </a:rPr>
              <a:t>Idea clave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PRI no es un número fijo: CFS lo deriva de NI y de la historia de ejecución. Por eso dos procesos con el mismo NI pueden mostrar PRI diferente y éste cambia con el tiempo.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taskset — Afinidad de 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/>
            <a:r>
              <a:rPr sz="1600">
                <a:solidFill>
                  <a:srgbClr val="FFFFFF"/>
                </a:solidFill>
                <a:latin typeface="Consolas"/>
              </a:rPr>
              <a:t>taskset -c 0 sha256sum /dev/urandom &gt; /dev/null &amp;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ECF3F9"/>
                </a:solidFill>
              </a:rPr>
              <a:t>Ejecuta el proceso SOLO en el núcleo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051560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/>
            <a:r>
              <a:rPr sz="1600">
                <a:solidFill>
                  <a:srgbClr val="FFFFFF"/>
                </a:solidFill>
                <a:latin typeface="Consolas"/>
              </a:rPr>
              <a:t>taskset -p $!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ECF3F9"/>
                </a:solidFill>
              </a:rPr>
              <a:t>Muestra la afinidad del proceso ya lanzado.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La afinidad restringe los núcleos donde un proceso puede ejecutarse (CPU affinity).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Ventaja: mejora la localidad de caché (el proceso reutiliza datos que ya están en ese núcleo).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Ventaja: aísla procesos críticos (un núcleo dedicado para la base de datos).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▪  Ver en htop por núcleo (F2 → Columns → activar CPU).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Resumen de comandos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5544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846320"/>
                <a:gridCol w="25603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Comando</a:t>
                      </a:r>
                    </a:p>
                  </a:txBody>
                  <a:tcPr marL="73152" marR="7315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Función</a:t>
                      </a:r>
                    </a:p>
                  </a:txBody>
                  <a:tcPr marL="73152" marR="7315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¿Privilegios?</a:t>
                      </a:r>
                    </a:p>
                  </a:txBody>
                  <a:tcPr marL="73152" marR="73152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ps -eo pid,ni,pri,cmd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Listar procesos con prioridades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No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nice -n &lt;v&gt; &lt;cmd&gt;</a:t>
                      </a: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Lanzar proceso con ni = v</a:t>
                      </a: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No</a:t>
                      </a: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renice -n &lt;v&gt; -p &lt;PID&gt;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Cambiar prioridad en ejecución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Sí si NI&lt;0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chrt -p &lt;PID&gt;</a:t>
                      </a: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Mostrar política de planificación</a:t>
                      </a: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No</a:t>
                      </a: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chrt -f -p &lt;v&gt; &lt;PID&gt;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Cambiar a tiempo real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Sí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taskset -c &lt;cpu&gt; &lt;cmd&gt;</a:t>
                      </a: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Anclar proceso a núcleos</a:t>
                      </a: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No</a:t>
                      </a:r>
                    </a:p>
                  </a:txBody>
                  <a:tcPr marL="73152" marR="73152">
                    <a:solidFill>
                      <a:srgbClr val="EC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taskset -p &lt;PID&gt;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Ver afinidad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No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6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Tu actividad en el laboratorio 3A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A8A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Genera carga falsa (procesos sha256sum) y observa su NI y PRI.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Degrada un proceso con nice -n 10 y compáralo con uno normal.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Intenta renice -n -5 y explica el 'Permission denied'.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Consulta chrt y prueba a cambiar a SCHED_FIFO → ¿falla?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Ancla un proceso a un núcleo con taskset y verifica con htop.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</a:rPr>
              <a:t>▪  Responde las 4 preguntas del cuestionario con tus palabras.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937760"/>
            <a:ext cx="10515600" cy="1280160"/>
          </a:xfrm>
          <a:prstGeom prst="roundRect">
            <a:avLst/>
          </a:prstGeom>
          <a:solidFill>
            <a:srgbClr val="ECF3F9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1F3A5F"/>
                </a:solidFill>
              </a:rPr>
              <a:t>Recuerda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333333"/>
                </a:solidFill>
              </a:rPr>
              <a:t>No mates procesos que no hayas creado tú. Limpia siempre con pkill sha256sum al terminar.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 - Laboratorio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